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lexandria Bold" panose="020B0604020202020204" charset="-78"/>
      <p:regular r:id="rId12"/>
    </p:embeddedFont>
    <p:embeddedFont>
      <p:font typeface="Garet" panose="020B0604020202020204" charset="0"/>
      <p:regular r:id="rId13"/>
    </p:embeddedFont>
    <p:embeddedFont>
      <p:font typeface="Garet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8325" y="2582185"/>
            <a:ext cx="12951349" cy="261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ADAPTIVE AUTOMATIC HEADLIGHT INTENSITY CONTROLLER FOR VEHICLES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67499" y="7172193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CCE-23003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CCE-23004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1608" y="1340963"/>
            <a:ext cx="9205169" cy="8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51895" y="2989540"/>
            <a:ext cx="14707405" cy="523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415" lvl="1" indent="-321207" algn="l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Night driving becomes hazardous due to glare from oncoming vehicle headlights.</a:t>
            </a:r>
          </a:p>
          <a:p>
            <a:pPr marL="642415" lvl="1" indent="-321207" algn="l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Glare can temporarily blind drivers and increase the risk of accidents.</a:t>
            </a:r>
          </a:p>
          <a:p>
            <a:pPr marL="642415" lvl="1" indent="-321207" algn="l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headlight adjustment is inconvenient and distracts the driver.</a:t>
            </a:r>
          </a:p>
          <a:p>
            <a:pPr marL="642415" lvl="1" indent="-321207" algn="l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Existing adaptive systems are expensive and complex, used mainly in luxury vehicles.</a:t>
            </a:r>
          </a:p>
          <a:p>
            <a:pPr marL="642415" lvl="1" indent="-321207" algn="l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There is a need for a low-cost, automatic, and IoT-enabled system that adjusts headlight brightness intelligently to improve safety and comfort during night driving.</a:t>
            </a:r>
          </a:p>
          <a:p>
            <a:pPr algn="l">
              <a:lnSpc>
                <a:spcPts val="4305"/>
              </a:lnSpc>
              <a:spcBef>
                <a:spcPct val="0"/>
              </a:spcBef>
            </a:pPr>
            <a:endParaRPr lang="en-US" sz="2975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422069" y="5726201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6041" y="2541775"/>
            <a:ext cx="7959752" cy="524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940" lvl="1" indent="-267470" algn="l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ESP8266 NodeMCU acts as the main controller.</a:t>
            </a:r>
          </a:p>
          <a:p>
            <a:pPr marL="534940" lvl="1" indent="-267470" algn="just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LDR Sensor detects ambient light intensity.</a:t>
            </a:r>
          </a:p>
          <a:p>
            <a:pPr marL="534940" lvl="1" indent="-267470" algn="l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Ultrasonic Sensor (HC-SR04) measures distance from approaching vehicles.</a:t>
            </a:r>
          </a:p>
          <a:p>
            <a:pPr marL="534940" lvl="1" indent="-267470" algn="l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LED (Headlight Prototype) brightness controlled via PWM.</a:t>
            </a:r>
          </a:p>
          <a:p>
            <a:pPr marL="534940" lvl="1" indent="-267470" algn="l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Brightness increases in darkness and decreases when another vehicle is nearby.</a:t>
            </a:r>
          </a:p>
          <a:p>
            <a:pPr marL="534940" lvl="1" indent="-267470" algn="just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System operates automatically without any manual input from the driver.</a:t>
            </a:r>
          </a:p>
          <a:p>
            <a:pPr algn="just">
              <a:lnSpc>
                <a:spcPts val="3468"/>
              </a:lnSpc>
              <a:spcBef>
                <a:spcPct val="0"/>
              </a:spcBef>
            </a:pPr>
            <a:endParaRPr lang="en-US" sz="2477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85102" y="741272"/>
            <a:ext cx="9668750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OVERVIEW / WORKING PRINCIPLE</a:t>
            </a:r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96523" y="2589400"/>
            <a:ext cx="5889308" cy="4565171"/>
            <a:chOff x="0" y="0"/>
            <a:chExt cx="912408" cy="707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2408" cy="707264"/>
            </a:xfrm>
            <a:custGeom>
              <a:avLst/>
              <a:gdLst/>
              <a:ahLst/>
              <a:cxnLst/>
              <a:rect l="l" t="t" r="r" b="b"/>
              <a:pathLst>
                <a:path w="912408" h="707264">
                  <a:moveTo>
                    <a:pt x="0" y="0"/>
                  </a:moveTo>
                  <a:lnTo>
                    <a:pt x="912408" y="0"/>
                  </a:lnTo>
                  <a:lnTo>
                    <a:pt x="912408" y="707264"/>
                  </a:lnTo>
                  <a:lnTo>
                    <a:pt x="0" y="707264"/>
                  </a:lnTo>
                  <a:close/>
                </a:path>
              </a:pathLst>
            </a:custGeom>
            <a:blipFill>
              <a:blip r:embed="rId4"/>
              <a:stretch>
                <a:fillRect t="-582" b="-58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96523" y="2589400"/>
            <a:ext cx="5889308" cy="4565171"/>
            <a:chOff x="0" y="0"/>
            <a:chExt cx="912408" cy="7072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408" cy="707264"/>
            </a:xfrm>
            <a:custGeom>
              <a:avLst/>
              <a:gdLst/>
              <a:ahLst/>
              <a:cxnLst/>
              <a:rect l="l" t="t" r="r" b="b"/>
              <a:pathLst>
                <a:path w="912408" h="707264">
                  <a:moveTo>
                    <a:pt x="0" y="0"/>
                  </a:moveTo>
                  <a:lnTo>
                    <a:pt x="912408" y="0"/>
                  </a:lnTo>
                  <a:lnTo>
                    <a:pt x="912408" y="707264"/>
                  </a:lnTo>
                  <a:lnTo>
                    <a:pt x="0" y="707264"/>
                  </a:lnTo>
                  <a:close/>
                </a:path>
              </a:pathLst>
            </a:custGeom>
            <a:blipFill>
              <a:blip r:embed="rId4"/>
              <a:stretch>
                <a:fillRect l="-2642" r="-2642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153511" y="2234697"/>
            <a:ext cx="8656717" cy="608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989" lvl="1" indent="-338995" algn="l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Hardware setup includes NodeMCU, LDR, Ultrasonic Sensor, and LED.</a:t>
            </a:r>
          </a:p>
          <a:p>
            <a:pPr marL="677989" lvl="1" indent="-338995" algn="l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LDR connected to A0, Ultrasonic sensor to D5 (Echo) &amp; D6 (Trigger), LED to D1 (PWM pin).</a:t>
            </a:r>
          </a:p>
          <a:p>
            <a:pPr marL="677989" lvl="1" indent="-338995" algn="l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Powered via 5V supply or USB connection.</a:t>
            </a:r>
          </a:p>
          <a:p>
            <a:pPr marL="677989" lvl="1" indent="-338995" algn="l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Prototype assembled on breadboard and successfully tested.</a:t>
            </a:r>
          </a:p>
          <a:p>
            <a:pPr algn="l">
              <a:lnSpc>
                <a:spcPts val="4396"/>
              </a:lnSpc>
              <a:spcBef>
                <a:spcPct val="0"/>
              </a:spcBef>
            </a:pPr>
            <a:endParaRPr lang="en-US" sz="314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396"/>
              </a:lnSpc>
              <a:spcBef>
                <a:spcPct val="0"/>
              </a:spcBef>
            </a:pPr>
            <a:endParaRPr lang="en-US" sz="314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541415" y="369570"/>
            <a:ext cx="920516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CIRCUIT DESIGN AND IMPLEMENTATION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650692" y="5728885"/>
            <a:ext cx="10811870" cy="3322914"/>
          </a:xfrm>
          <a:custGeom>
            <a:avLst/>
            <a:gdLst/>
            <a:ahLst/>
            <a:cxnLst/>
            <a:rect l="l" t="t" r="r" b="b"/>
            <a:pathLst>
              <a:path w="10811870" h="3322914">
                <a:moveTo>
                  <a:pt x="0" y="0"/>
                </a:moveTo>
                <a:lnTo>
                  <a:pt x="10811870" y="0"/>
                </a:lnTo>
                <a:lnTo>
                  <a:pt x="10811870" y="3322914"/>
                </a:lnTo>
                <a:lnTo>
                  <a:pt x="0" y="3322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88517" y="1232501"/>
            <a:ext cx="15070783" cy="40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 dark conditions → LDR = 1024, Distance = 200 cm → LED Brightness = 255 (Full Brightness)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 dark conditions with object nearby → LDR = 1024, Distance = 20 cm → LED Brightness = 127 (Dim)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 bright conditions → LDR = 80, Distance = 200 cm → LED Brightness = 90 (Dim)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 bright conditions with object nearby → LDR = 100, Distance = 20 cm → LED Brightness = 50 (Further Dim)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43652" y="67309"/>
            <a:ext cx="10904967" cy="894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RESULTS AND OBSERVATIONS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704252" y="1311960"/>
            <a:ext cx="10840323" cy="3998582"/>
          </a:xfrm>
          <a:custGeom>
            <a:avLst/>
            <a:gdLst/>
            <a:ahLst/>
            <a:cxnLst/>
            <a:rect l="l" t="t" r="r" b="b"/>
            <a:pathLst>
              <a:path w="10840323" h="3998582">
                <a:moveTo>
                  <a:pt x="0" y="0"/>
                </a:moveTo>
                <a:lnTo>
                  <a:pt x="10840323" y="0"/>
                </a:lnTo>
                <a:lnTo>
                  <a:pt x="10840323" y="3998582"/>
                </a:lnTo>
                <a:lnTo>
                  <a:pt x="0" y="3998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1" b="-18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04252" y="5701261"/>
            <a:ext cx="10840323" cy="3176771"/>
          </a:xfrm>
          <a:custGeom>
            <a:avLst/>
            <a:gdLst/>
            <a:ahLst/>
            <a:cxnLst/>
            <a:rect l="l" t="t" r="r" b="b"/>
            <a:pathLst>
              <a:path w="10840323" h="3176771">
                <a:moveTo>
                  <a:pt x="0" y="0"/>
                </a:moveTo>
                <a:lnTo>
                  <a:pt x="10840323" y="0"/>
                </a:lnTo>
                <a:lnTo>
                  <a:pt x="10840323" y="3176771"/>
                </a:lnTo>
                <a:lnTo>
                  <a:pt x="0" y="3176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4813" y="319665"/>
            <a:ext cx="9205169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ADVANTAGES AND 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26448" y="2432593"/>
            <a:ext cx="14723595" cy="637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Advantages: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Prevents glare and enhances driver safety.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Fully automatic and driver-friendly.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Energy-efficient and low-cost.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IoT-ready for remote monitoring and future scalability.</a:t>
            </a:r>
          </a:p>
          <a:p>
            <a:pPr algn="l">
              <a:lnSpc>
                <a:spcPts val="4640"/>
              </a:lnSpc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Applications: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Automotive headlight control systems.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Smart street lighting.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IoT-based road safety solutions.</a:t>
            </a:r>
          </a:p>
          <a:p>
            <a:pPr marL="715603" lvl="1" indent="-357802" algn="l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Adaptive lighting for autonomous vehicles.</a:t>
            </a:r>
          </a:p>
          <a:p>
            <a:pPr algn="l">
              <a:lnSpc>
                <a:spcPts val="4640"/>
              </a:lnSpc>
            </a:pPr>
            <a:endParaRPr lang="en-US" sz="3314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4813" y="1243149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1514" y="3412804"/>
            <a:ext cx="13815443" cy="405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ctr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Successfully implemented an adaptive headlight controller using NodeMCU, LDR, and Ultrasonic sensors.</a:t>
            </a:r>
          </a:p>
          <a:p>
            <a:pPr marL="705747" lvl="1" indent="-352873" algn="ctr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Automatically adjusts brightness based on environmental and traffic conditions.</a:t>
            </a:r>
          </a:p>
          <a:p>
            <a:pPr marL="705747" lvl="1" indent="-352873" algn="ctr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Improves safety, comfort, and energy efficiency during night driving.</a:t>
            </a:r>
          </a:p>
          <a:p>
            <a:pPr algn="ctr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20662" y="212616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20192" y="4392761"/>
            <a:ext cx="15625617" cy="288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Integration with Solar Power.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Deep Sleep mode for energy optimization.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IoT cloud connectivity for remote monitoring.</a:t>
            </a:r>
          </a:p>
          <a:p>
            <a:pPr marL="705747" lvl="1" indent="-352873" algn="l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AI-based glare detection and adaptive learning system.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Alexandria Bold</vt:lpstr>
      <vt:lpstr>Garet Bold</vt:lpstr>
      <vt:lpstr>Garet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Automatic Headlight Intensity Controller for Vehicles By: [Your Name(s), Roll Numbers]</dc:title>
  <cp:lastModifiedBy>Pranathi Bobbireddi</cp:lastModifiedBy>
  <cp:revision>2</cp:revision>
  <dcterms:created xsi:type="dcterms:W3CDTF">2006-08-16T00:00:00Z</dcterms:created>
  <dcterms:modified xsi:type="dcterms:W3CDTF">2025-10-24T02:47:14Z</dcterms:modified>
  <dc:identifier>DAG2NYAlFsQ</dc:identifier>
</cp:coreProperties>
</file>